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MLPC 2026 Task 5  Sound Event Detection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Group: Quantized Transformers</a:t>
            </a:r>
          </a:p>
          <a:p>
            <a:r>
              <a:t>Aleksandr Masiev  •  Aleksandar Cvetkovic</a:t>
            </a:r>
          </a:p>
          <a:p/>
          <a:p>
            <a:r>
              <a:t>Non-bonus solution — precomputed audio features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Task &amp; Final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• Goal: detect 15 domestic sound events with onsets/offsets in recordings of any length</a:t>
            </a:r>
          </a:p>
          <a:p>
            <a:pPr>
              <a:defRPr sz="1500"/>
            </a:pPr>
            <a:r>
              <a:t>• Dataset: 3704 train / 999 val / 1007 hidden test; 960 precomputed features per 1s segment (hop 0.5s)</a:t>
            </a:r>
          </a:p>
          <a:p>
            <a:pPr>
              <a:defRPr sz="1500"/>
            </a:pPr>
            <a:r>
              <a:t>• Pipeline: 1s segments → standardize → multi-label classifier → per-second activity</a:t>
            </a:r>
          </a:p>
          <a:p>
            <a:pPr>
              <a:defRPr sz="1500"/>
            </a:pPr>
            <a:r>
              <a:t>• → median-filter smoothing → merge consecutive seconds into onset/offset intervals</a:t>
            </a:r>
          </a:p>
          <a:p>
            <a:pPr>
              <a:defRPr sz="1500"/>
            </a:pPr>
            <a:r>
              <a:t>• Metric: official segment-based Macro F1 (1s resolution), evaluated with evaluate.py</a:t>
            </a:r>
          </a:p>
          <a:p>
            <a:pPr>
              <a:defRPr sz="1500"/>
            </a:pPr>
            <a:r>
              <a:t>• Honest protocol: tune on dev-validation, report on a held-out non-hidden test split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Baseline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• Per-class DecisionTree (max_depth=20, max_features='sqrt'), MultiOutputClassifier</a:t>
            </a:r>
          </a:p>
          <a:p>
            <a:pPr>
              <a:defRPr sz="1500"/>
            </a:pPr>
            <a:r>
              <a:t>• Trained on 50k subsampled raw segments — reproduced exactly (seed 42)</a:t>
            </a:r>
          </a:p>
          <a:p>
            <a:pPr>
              <a:defRPr sz="1500"/>
            </a:pPr>
            <a:r>
              <a:t>• Non-hidden test Macro F1 = 0.316</a:t>
            </a:r>
          </a:p>
          <a:p>
            <a:pPr>
              <a:defRPr sz="1500"/>
            </a:pPr>
            <a:r>
              <a:t>• Best on loud/sustained classes (running_water, vacuum_cleaner, phone_ringing)</a:t>
            </a:r>
          </a:p>
          <a:p>
            <a:pPr>
              <a:defRPr sz="1500"/>
            </a:pPr>
            <a:r>
              <a:t>• Weak on short/rare events (window_open_close, wardrobe_drawer, light_switch)</a:t>
            </a:r>
          </a:p>
          <a:p>
            <a:pPr>
              <a:defRPr sz="1500"/>
            </a:pPr>
            <a:r>
              <a:t>• Limits: no class co-occurrence, 1s resolution, under-fit on 960-dim imbalanced data</a:t>
            </a:r>
          </a:p>
        </p:txBody>
      </p:sp>
      <p:pic>
        <p:nvPicPr>
          <p:cNvPr id="4" name="Picture 3" descr="fig_lab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5029200" cy="1899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Classical Classifiers &amp; Hyperparameters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• Start from Task 4 best: one-vs-rest linear ridge (closed-form, balanced weights)</a:t>
            </a:r>
          </a:p>
          <a:p>
            <a:pPr>
              <a:defRPr sz="1500"/>
            </a:pPr>
            <a:r>
              <a:t>• Tuned 2+ hyperparameters: ridge alpha {0.1..10} × sigmoid threshold {0..0.75}</a:t>
            </a:r>
          </a:p>
          <a:p>
            <a:pPr>
              <a:defRPr sz="1500"/>
            </a:pPr>
            <a:r>
              <a:t>• Also: logistic regression (C, class_weight) and RandomForest (depth)</a:t>
            </a:r>
          </a:p>
          <a:p>
            <a:pPr>
              <a:defRPr sz="1500"/>
            </a:pPr>
            <a:r>
              <a:t>• Best classical: logistic (C=1.0,class_weight=None), threshold 0.3</a:t>
            </a:r>
          </a:p>
          <a:p>
            <a:pPr>
              <a:defRPr sz="1500"/>
            </a:pPr>
            <a:r>
              <a:t>• Non-hidden test Macro F1 = 0.436 (baseline 0.316, +0.120)</a:t>
            </a:r>
          </a:p>
        </p:txBody>
      </p:sp>
      <p:pic>
        <p:nvPicPr>
          <p:cNvPr id="4" name="Picture 3" descr="fig_hyperpa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5029200" cy="3185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Post-Processing (Median Filter)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• Per-class temporal median filter on per-second predictions (window 1 = none)</a:t>
            </a:r>
          </a:p>
          <a:p>
            <a:pPr>
              <a:defRPr sz="1500"/>
            </a:pPr>
            <a:r>
              <a:t>• Removes isolated false-positive blips; fills single-second gaps</a:t>
            </a:r>
          </a:p>
          <a:p>
            <a:pPr>
              <a:defRPr sz="1500"/>
            </a:pPr>
            <a:r>
              <a:t>• Window selected on dev-validation; evaluated once on non-hidden test</a:t>
            </a:r>
          </a:p>
          <a:p>
            <a:pPr>
              <a:defRPr sz="1500"/>
            </a:pPr>
            <a:r>
              <a:t>• Selected window = 3</a:t>
            </a:r>
          </a:p>
          <a:p>
            <a:pPr>
              <a:defRPr sz="1500"/>
            </a:pPr>
            <a:r>
              <a:t>• Non-hidden test: 0.436 → 0.446 (+0.010)</a:t>
            </a:r>
          </a:p>
        </p:txBody>
      </p:sp>
      <p:pic>
        <p:nvPicPr>
          <p:cNvPr id="4" name="Picture 3" descr="fig_post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5029200" cy="32883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Qualitative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• Success: dominant sustained events detected with good temporal overlap</a:t>
            </a:r>
          </a:p>
          <a:p>
            <a:pPr>
              <a:defRPr sz="1500"/>
            </a:pPr>
            <a:r>
              <a:t>• False positives: extra short transients from acoustically similar onsets</a:t>
            </a:r>
          </a:p>
          <a:p>
            <a:pPr>
              <a:defRPr sz="1500"/>
            </a:pPr>
            <a:r>
              <a:t>• Misses: short/rare events lost at 1s resolution; boundary timing shifts</a:t>
            </a:r>
          </a:p>
          <a:p>
            <a:pPr>
              <a:defRPr sz="1500"/>
            </a:pPr>
            <a:r>
              <a:t>• Visuals use the precomputed mel feature representation (no raw waveform)</a:t>
            </a:r>
          </a:p>
        </p:txBody>
      </p:sp>
      <p:pic>
        <p:nvPicPr>
          <p:cNvPr id="4" name="Picture 3" descr="error_cas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5029200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Final System, Limits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• Final system: logistic + median filter (w=3); retrained on train + full validation for the hidden test CSV</a:t>
            </a:r>
          </a:p>
          <a:p>
            <a:pPr>
              <a:defRPr sz="1500"/>
            </a:pPr>
            <a:r>
              <a:t>• Cheap &amp; low-latency (one matrix multiply per second) — good for on-device smart-home use</a:t>
            </a:r>
          </a:p>
          <a:p>
            <a:pPr>
              <a:defRPr sz="1500"/>
            </a:pPr>
            <a:r>
              <a:t>• Limits: independent per-class linear models, 1s resolution, label noise, imbalance</a:t>
            </a:r>
          </a:p>
          <a:p>
            <a:pPr>
              <a:defRPr sz="1500"/>
            </a:pPr>
            <a:r>
              <a:t>• Future: temporal CNN/CRNN, per-class threshold calibration, hysteresis smoothing</a:t>
            </a:r>
          </a:p>
          <a:p>
            <a:pPr>
              <a:defRPr sz="1500"/>
            </a:pPr>
            <a:r>
              <a:t>• Deployment: precision matters (false alarms erode trust); validate across rooms/devices</a:t>
            </a:r>
          </a:p>
        </p:txBody>
      </p:sp>
      <p:pic>
        <p:nvPicPr>
          <p:cNvPr id="4" name="Picture 3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5029200" cy="3017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